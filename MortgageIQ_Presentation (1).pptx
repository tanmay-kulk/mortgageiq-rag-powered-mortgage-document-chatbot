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9504CB-A3CF-4AA1-8E75-493C74029AC8}">
  <a:tblStyle styleId="{4E9504CB-A3CF-4AA1-8E75-493C74029A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5.png"/><Relationship Id="rId9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0972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554480" y="9144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MortgageIQ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554480" y="16916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Full RAG Pipeline for Mortgage Document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554480" y="246888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554480" y="27432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Capstone Project  |  AI/ML Externship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54480" y="3383280"/>
            <a:ext cx="137160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554480" y="3383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Phi-3 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063240" y="3383280"/>
            <a:ext cx="1773936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063240" y="3383280"/>
            <a:ext cx="1773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BGE 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974336" y="3383280"/>
            <a:ext cx="86868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974336" y="33832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980176" y="3383280"/>
            <a:ext cx="1069848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980176" y="3383280"/>
            <a:ext cx="10698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PyMuPDF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187184" y="3383280"/>
            <a:ext cx="969264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187184" y="3383280"/>
            <a:ext cx="9692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554480" y="4389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Fully Local  |  No API Keys  |  Runs on T4 GPU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1188720"/>
            <a:ext cx="45720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" y="1188720"/>
            <a:ext cx="64008" cy="3200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05840" y="137160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Mortgage closings involve 50–100 page document packages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Borrowers, loan officers, and underwriters need to quickly locate specific fees, terms, employment details, and contract clauses buried across multiple document types in a single PDF.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Manual search is slow, error-prone, and misses cross-document dependencies.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669280" y="1188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Key Challenges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669280" y="169164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669280" y="16916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897880" y="17373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Multi-doc PDFs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897880" y="19842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Pay slips, fee sheets, contracts in one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669280" y="237744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669280" y="23774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897880" y="24231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Tabular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897880" y="26700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Fees, earnings, deductions in column layouts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669280" y="306324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669280" y="30632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897880" y="31089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Scanned pages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897880" y="33558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OCR needed for non-digital documents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669280" y="3749040"/>
            <a:ext cx="30175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0" y="37490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897880" y="37947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API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897880" y="40416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Must run fully local on free GPU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End-to-end pipeline from PDF upload to grounded 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91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640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0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PyMuPDF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OCR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5064" y="233172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783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034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25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1783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783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find_tables()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regex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8064" y="233172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2926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177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68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2926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926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Phi-3 Mini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+ keywords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1064" y="233172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4069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320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1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4069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069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512w window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tables intact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4064" y="233172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5212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463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54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5212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212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BGE-small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7064" y="233172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6355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606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97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6355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355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Phi-3 doc-type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0064" y="2331720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7498080" y="1371600"/>
            <a:ext cx="1005840" cy="2286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749540" y="1554480"/>
            <a:ext cx="502920" cy="50292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409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7498080" y="219456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4980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answer + cite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solidFill>
            <a:srgbClr val="0F4C75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4400" y="41330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1463040" y="40233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Gradio UI — Upload Tab  |  Chat Tab  |  Analytics Tab  |  About Tab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Component Table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6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{4E9504CB-A3CF-4AA1-8E75-493C74029AC8}</a:tableStyleId>
              </a:tblPr>
              <a:tblGrid>
                <a:gridCol w="2011675"/>
                <a:gridCol w="2926075"/>
                <a:gridCol w="32918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/ 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Phi-3 Mini 4K (GGUF Q4)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~2.2 GB, fully GPU-offloaded on T4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BGE-small-en-v1.5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384-dim, SentenceTransformers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Vector Store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FAISS (IndexFlatIP)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Cosine similarity, persistent save/load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 Extraction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PyMuPDF + pytesseract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OCR fallback for scanned pages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 Extraction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find_tables() + regex fallback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Markdown tables with column headers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Structure-aware sliding window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512 words, 100 overlap, tables intact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Query Routing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Phi-3 doc-type prediction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categories + "All" fallback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Hallucination Guard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Word-overlap grounding check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Flags answers with &lt;50% grounding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Gradio Blocks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4-tab layout, dark theme, analytics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Performance Metrics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45720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~2s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7200" y="2240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560320" y="1097280"/>
            <a:ext cx="1920240" cy="164592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256032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0.45+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560320" y="2240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Cosine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663440" y="1097280"/>
            <a:ext cx="1920240" cy="164592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49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466344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90%+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663440" y="2240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Grounding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766560" y="1097280"/>
            <a:ext cx="1920240" cy="164592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38BDF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808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6766560" y="16916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766560" y="224028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Keys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Details (from Analytics Tab)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352044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Recall@K: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Top-5 retrieval captures relevant chunks for 90%+ of test queries (with fallback to "All" filter)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End-to-End Accuracy: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Correct answers on pay slip, fee sheet, and contract queries after v2.1 table structure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Latency: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~1–3s per query on T4 GPU (routing + retrieval + generation). Processing: ~5–15s per PDF depending on pages.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Note: Replace stat values above with your actual Analytics tab numbers after testing.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Decisions &amp; Trade-offs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57200" y="1051560"/>
            <a:ext cx="64008" cy="868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731520" y="112471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Phi-3 Mini over GPT-4 / Claude API?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31520" y="141732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Zero cost, zero API dependency, full data privacy. Runs on free Colab T4 GPU. Trade-off: lower reasoning quality — requires more prompt engineering and structural pre-processing to compensate.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57200" y="2057400"/>
            <a:ext cx="64008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31520" y="213055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BGE-small over larger embedding models?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31520" y="242316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384-dim vectors keep FAISS index small and fast. For document-level retrieval with metadata filtering, the accuracy gap vs. larger models is minimal. Speed: ~50ms per query embedding.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57200" y="3063240"/>
            <a:ext cx="64008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731520" y="313639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structure-aware chunking over semantic chunking?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31520" y="342900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Semantic chunking requires an LLM pass per chunk boundary — too slow for real-time. Our approach keeps tables intact (solving the column-confusion problem) while staying fast.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57200" y="406908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31520" y="414223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regex fee-line fallback over fine-tuning a layout model?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31520" y="443484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Calyx forms aren't standard tables. A regex catching "$ amount" patterns is more reliable than fine-tuning a layout model for one PDF format, and has zero training overhead.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 &amp; 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Phi-3 Mini's 4K context window limits how much document text fits in a single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Hallucination guard is word-overlap only — catches missing terms but not factual inversions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unit tests or automated evaluation suite — accuracy assessed manually per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188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530352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Upgrade to Phi-3 Medium or Mistral 7B for better reasoning on complex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 a golden test set (50+ Q&amp;A pairs) with automated Recall@K and accuracy 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Add NLI-based hallucination detection (e.g. cross-encoder reranking) for factual grounding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Deploy as a persistent web app (HuggingFace Spaces or Streamlit Cloud) with user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3840480" y="2286000"/>
            <a:ext cx="1463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88620" y="3383280"/>
            <a:ext cx="128016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388620" y="33832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Phi-3 Mini 4K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805940" y="3383280"/>
            <a:ext cx="128016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1805940" y="33832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BGE-small-en-v1.5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3223260" y="3383280"/>
            <a:ext cx="128016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3223260" y="33832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640580" y="3383280"/>
            <a:ext cx="128016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640580" y="33832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PyMuPDF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057900" y="3383280"/>
            <a:ext cx="128016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6057900" y="33832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7475220" y="3383280"/>
            <a:ext cx="1280160" cy="320040"/>
          </a:xfrm>
          <a:prstGeom prst="rect">
            <a:avLst/>
          </a:prstGeom>
          <a:solidFill>
            <a:srgbClr val="38BDF8">
              <a:alpha val="14901"/>
            </a:srgbClr>
          </a:solidFill>
          <a:ln cap="flat" cmpd="sng" w="9525">
            <a:solidFill>
              <a:srgbClr val="38BDF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7475220" y="33832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Colab T4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Fully local inference  •  No API keys  •  Free Colab T4 GPU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